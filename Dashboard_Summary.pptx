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B71F-F01D-A13C-37F4-8960556DF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9A661B-5D8A-9AE1-42A7-2890DE390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9CB34-3973-81DD-A4BB-1F8309DA9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F0E0-5A29-4013-935C-B1FB2816F5C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F0836-7929-D6D8-8C84-8A4A3B3B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208F1-C36C-A01D-2E54-1603C19E6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112D-72C2-4FF5-9F48-BDD0AAC73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06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578D-0F7F-C49F-C8A7-286ECD490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477D2-F2EE-96CA-FE78-5E06CC263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33ECA-1B06-A343-844C-DB0501EDA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F0E0-5A29-4013-935C-B1FB2816F5C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7E83E-F542-83A8-3E97-E8FDF441A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7F22A-5067-55E8-B6EE-02E4BFD9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112D-72C2-4FF5-9F48-BDD0AAC73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97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AE69F-2FC5-A1E2-56FC-B27B32BDF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05303-D386-0530-5052-C7DAE4FC0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48555-94CE-2874-1501-33F4C5D0F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F0E0-5A29-4013-935C-B1FB2816F5C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E94F0-FD10-D60A-45E5-64D7A3859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772A3-4367-0713-732F-B14C9DD99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112D-72C2-4FF5-9F48-BDD0AAC73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99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71C34-96D6-8A50-7C1D-7AA390216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E7BDC-1054-5A68-1797-B0D9A7115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DC508C-3C00-CC5C-C11A-ACB52225B9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4E20C9-B572-272F-742C-CA9DD50B8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F0E0-5A29-4013-935C-B1FB2816F5C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6762B-2BCD-50D7-0BE2-7F5ED80EC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B7F2F-F14D-7E67-E90B-0EC9A1226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112D-72C2-4FF5-9F48-BDD0AAC73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586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B0CA-38E9-B456-415C-4FF363D6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EBC00-43FD-B364-5A37-6A83894CA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DE3283-FEC6-CAFC-13B3-B2EFEBFD6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CC8F9F-51F1-91F7-1EB1-428861FD42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3E01C-5D30-109E-1449-4940992DDD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F915BF-66E3-96BD-73C1-800E3DC9C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F0E0-5A29-4013-935C-B1FB2816F5C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ADAE82-D371-763B-8391-D363291BA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2C655-8F74-5B14-5703-2C943F25B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112D-72C2-4FF5-9F48-BDD0AAC73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329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9B0F-59D0-28C2-2AFD-E6875FF4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B78195-9CF2-9AEC-E038-9115A0C81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F0E0-5A29-4013-935C-B1FB2816F5C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8F2B95-FBAB-E254-5CD2-88A3503A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0C856-66F1-005A-B692-8126252B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112D-72C2-4FF5-9F48-BDD0AAC73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10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C3F265-20F4-3EDB-285C-7EE0B35DA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F0E0-5A29-4013-935C-B1FB2816F5C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C3AFCB-6C1A-7CBA-3EB2-F4ECA73C2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9B481-AE3F-829D-4EA7-D607F170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112D-72C2-4FF5-9F48-BDD0AAC73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471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EC704-EACC-DD1A-88EE-C2A62E7C3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83039-B05F-3148-28E6-6A82712DD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886EB-F6CF-953A-3190-D915C638A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CD34C-2641-5988-198E-65CC962BC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F0E0-5A29-4013-935C-B1FB2816F5C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41224-3FF8-D51C-1B8C-D89AC5729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12A0C-C42F-7E0C-BF07-78CEBA44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112D-72C2-4FF5-9F48-BDD0AAC73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456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848C-3A46-EC23-95EB-848236DF6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AE9712-21FE-11DD-1456-6685F10E8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F91E3-EDD5-2C0A-696B-3725859AD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2F6EE-961C-383F-B4EC-0DF846D3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F0E0-5A29-4013-935C-B1FB2816F5C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034C54-1343-5660-F3CD-11A86795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FEE60-FF96-9E48-B326-283B1DA7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112D-72C2-4FF5-9F48-BDD0AAC73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87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56EF-B572-55CD-6DD9-2F896B167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6D2CD-A389-CE80-E6AF-DCC1E91FB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22F40-834B-4B15-1406-69D0DB32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F0E0-5A29-4013-935C-B1FB2816F5C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BE2A0-3AFF-8790-B38C-EF2E90A1F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7BE36-EB5C-46C0-3162-20B90B80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112D-72C2-4FF5-9F48-BDD0AAC73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17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425BA-13E3-1019-C1DE-BFD8DEB4C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EC579-913E-3ED4-74DF-024A1FA87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400CB-BF58-5E94-EB52-556CD2ED1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FF0E0-5A29-4013-935C-B1FB2816F5C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6FC1D-46A0-2510-4A3C-9C7B7BB7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AD551-81D7-3E69-6947-C34071395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15112D-72C2-4FF5-9F48-BDD0AAC73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9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39B2FC-D6CD-4FFA-9226-55D65A631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0B29B-56E6-0892-87B1-0F472EE83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2598A-ED9C-0745-17FE-5AF8DD1BE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FF0E0-5A29-4013-935C-B1FB2816F5C6}" type="datetimeFigureOut">
              <a:rPr lang="en-IN" smtClean="0"/>
              <a:t>04-06-2026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31C01-47FA-D734-EE68-F241F50018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C7E44-7A42-D2B9-1461-D17923C699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15112D-72C2-4FF5-9F48-BDD0AAC73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4346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D43CD-1968-28F3-F711-1EA6F16B60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7FED5-64FB-CA47-0BE9-D5730A969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1613"/>
            <a:ext cx="9144000" cy="4766187"/>
          </a:xfrm>
        </p:spPr>
        <p:txBody>
          <a:bodyPr/>
          <a:lstStyle/>
          <a:p>
            <a:r>
              <a:rPr lang="en-IN" b="1" dirty="0"/>
              <a:t>Slide 1: Title Slide</a:t>
            </a:r>
          </a:p>
          <a:p>
            <a:endParaRPr lang="en-IN" b="1" dirty="0"/>
          </a:p>
          <a:p>
            <a:r>
              <a:rPr lang="en-IN" sz="3600" b="1" dirty="0"/>
              <a:t>Dashboard Design Using Power BI</a:t>
            </a:r>
          </a:p>
          <a:p>
            <a:r>
              <a:rPr lang="en-IN" sz="3600" b="1" dirty="0"/>
              <a:t>Name:</a:t>
            </a:r>
            <a:r>
              <a:rPr lang="en-IN" sz="3600" dirty="0"/>
              <a:t> Ameena Tahseen</a:t>
            </a:r>
            <a:br>
              <a:rPr lang="en-IN" sz="3600" dirty="0"/>
            </a:br>
            <a:r>
              <a:rPr lang="en-IN" sz="3600" b="1" dirty="0"/>
              <a:t>Course:</a:t>
            </a:r>
            <a:r>
              <a:rPr lang="en-IN" sz="3600" dirty="0"/>
              <a:t> </a:t>
            </a:r>
            <a:r>
              <a:rPr lang="en-IN" sz="3600" dirty="0" err="1"/>
              <a:t>B.Tech</a:t>
            </a:r>
            <a:r>
              <a:rPr lang="en-IN" sz="3600" dirty="0"/>
              <a:t> CSE</a:t>
            </a:r>
            <a:br>
              <a:rPr lang="en-IN" sz="3600" dirty="0"/>
            </a:br>
            <a:r>
              <a:rPr lang="en-IN" sz="3600" b="1" dirty="0"/>
              <a:t>Tool Used:</a:t>
            </a:r>
            <a:r>
              <a:rPr lang="en-IN" sz="3600" dirty="0"/>
              <a:t> Power BI</a:t>
            </a:r>
            <a:br>
              <a:rPr lang="en-IN" sz="3600" dirty="0"/>
            </a:br>
            <a:r>
              <a:rPr lang="en-IN" sz="3600" b="1" dirty="0"/>
              <a:t>Date:</a:t>
            </a:r>
            <a:r>
              <a:rPr lang="en-IN" sz="3600" dirty="0"/>
              <a:t> 04 June 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948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50DC0D-0C29-C311-98E6-C36A1D1DC0F6}"/>
              </a:ext>
            </a:extLst>
          </p:cNvPr>
          <p:cNvSpPr txBox="1"/>
          <p:nvPr/>
        </p:nvSpPr>
        <p:spPr>
          <a:xfrm>
            <a:off x="993058" y="243512"/>
            <a:ext cx="907517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Slide 2: Dataset Overview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Dataset Overview</a:t>
            </a:r>
          </a:p>
          <a:p>
            <a:pPr>
              <a:buNone/>
            </a:pPr>
            <a:r>
              <a:rPr lang="en-IN" sz="2400" b="1" dirty="0"/>
              <a:t>Dataset:</a:t>
            </a:r>
            <a:r>
              <a:rPr lang="en-IN" sz="2400" dirty="0"/>
              <a:t> Sales Data 2022</a:t>
            </a:r>
          </a:p>
          <a:p>
            <a:pPr>
              <a:buNone/>
            </a:pPr>
            <a:r>
              <a:rPr lang="en-IN" sz="2400" b="1" dirty="0"/>
              <a:t>Columns Used: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CustomerKey</a:t>
            </a:r>
            <a:r>
              <a:rPr lang="en-IN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OrderDate</a:t>
            </a:r>
            <a:r>
              <a:rPr lang="en-IN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OrderLineItem</a:t>
            </a:r>
            <a:r>
              <a:rPr lang="en-IN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OrderNumber</a:t>
            </a:r>
            <a:r>
              <a:rPr lang="en-IN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OrderQuantity</a:t>
            </a:r>
            <a:r>
              <a:rPr lang="en-IN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ProductKey</a:t>
            </a:r>
            <a:r>
              <a:rPr lang="en-IN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StockDate</a:t>
            </a:r>
            <a:r>
              <a:rPr lang="en-IN" sz="24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/>
              <a:t>TerritoryKey</a:t>
            </a:r>
            <a:r>
              <a:rPr lang="en-IN" sz="2400" dirty="0"/>
              <a:t> </a:t>
            </a:r>
          </a:p>
          <a:p>
            <a:pPr>
              <a:buNone/>
            </a:pPr>
            <a:r>
              <a:rPr lang="en-IN" sz="2400" b="1" dirty="0"/>
              <a:t>Objective:</a:t>
            </a:r>
            <a:br>
              <a:rPr lang="en-IN" sz="2400" dirty="0"/>
            </a:br>
            <a:r>
              <a:rPr lang="en-IN" sz="2400" dirty="0"/>
              <a:t>To </a:t>
            </a:r>
            <a:r>
              <a:rPr lang="en-IN" sz="2400" dirty="0" err="1"/>
              <a:t>analyze</a:t>
            </a:r>
            <a:r>
              <a:rPr lang="en-IN" sz="2400" dirty="0"/>
              <a:t> sales data and create an interactive dashboard that helps in understanding customer orders, product demand, and territory performance.</a:t>
            </a:r>
          </a:p>
        </p:txBody>
      </p:sp>
    </p:spTree>
    <p:extLst>
      <p:ext uri="{BB962C8B-B14F-4D97-AF65-F5344CB8AC3E}">
        <p14:creationId xmlns:p14="http://schemas.microsoft.com/office/powerpoint/2010/main" val="4111813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4573F2-038E-F570-FCEF-8FA0A4B697B9}"/>
              </a:ext>
            </a:extLst>
          </p:cNvPr>
          <p:cNvSpPr txBox="1"/>
          <p:nvPr/>
        </p:nvSpPr>
        <p:spPr>
          <a:xfrm>
            <a:off x="904568" y="766916"/>
            <a:ext cx="94488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Slide 3: Key Performance Indicators (KPIs)</a:t>
            </a:r>
          </a:p>
          <a:p>
            <a:pPr>
              <a:buNone/>
            </a:pPr>
            <a:endParaRPr lang="en-IN" sz="3200" b="1" dirty="0"/>
          </a:p>
          <a:p>
            <a:pPr>
              <a:buNone/>
            </a:pPr>
            <a:r>
              <a:rPr lang="en-IN" sz="3200" b="1" dirty="0"/>
              <a:t>Dashboard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Total Orders:</a:t>
            </a:r>
            <a:r>
              <a:rPr lang="en-IN" sz="3200" dirty="0"/>
              <a:t> 11.84K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Total Quantity:</a:t>
            </a:r>
            <a:r>
              <a:rPr lang="en-IN" sz="3200" dirty="0"/>
              <a:t> 45K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b="1" dirty="0"/>
              <a:t>Total Customers:</a:t>
            </a:r>
            <a:r>
              <a:rPr lang="en-IN" sz="3200" dirty="0"/>
              <a:t> 10.50K </a:t>
            </a:r>
          </a:p>
          <a:p>
            <a:pPr>
              <a:buNone/>
            </a:pPr>
            <a:r>
              <a:rPr lang="en-IN" sz="3200" b="1" dirty="0"/>
              <a:t>Purpose:</a:t>
            </a:r>
            <a:br>
              <a:rPr lang="en-IN" sz="3200" dirty="0"/>
            </a:br>
            <a:r>
              <a:rPr lang="en-IN" sz="3200" dirty="0"/>
              <a:t>These KPIs provide a quick summary of overall business performance and help stakeholders monitor important metrics.</a:t>
            </a:r>
          </a:p>
        </p:txBody>
      </p:sp>
    </p:spTree>
    <p:extLst>
      <p:ext uri="{BB962C8B-B14F-4D97-AF65-F5344CB8AC3E}">
        <p14:creationId xmlns:p14="http://schemas.microsoft.com/office/powerpoint/2010/main" val="1416020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A22A4F-BAE8-8B9E-45BC-2E2261D518CD}"/>
              </a:ext>
            </a:extLst>
          </p:cNvPr>
          <p:cNvSpPr txBox="1"/>
          <p:nvPr/>
        </p:nvSpPr>
        <p:spPr>
          <a:xfrm>
            <a:off x="1052051" y="835741"/>
            <a:ext cx="858356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Slide 4: Dashboard Features</a:t>
            </a:r>
          </a:p>
          <a:p>
            <a:pPr>
              <a:buNone/>
            </a:pPr>
            <a:endParaRPr lang="en-IN" sz="2800" b="1" dirty="0"/>
          </a:p>
          <a:p>
            <a:pPr>
              <a:buNone/>
            </a:pPr>
            <a:r>
              <a:rPr lang="en-IN" sz="2800" b="1" dirty="0"/>
              <a:t>Dashboard Features</a:t>
            </a:r>
          </a:p>
          <a:p>
            <a:pPr>
              <a:buNone/>
            </a:pPr>
            <a:r>
              <a:rPr lang="en-IN" sz="2800" i="1" dirty="0"/>
              <a:t>(Insert Dashboard Screenshot Here)</a:t>
            </a:r>
            <a:endParaRPr lang="en-IN" sz="2800" dirty="0"/>
          </a:p>
          <a:p>
            <a:pPr>
              <a:buNone/>
            </a:pPr>
            <a:r>
              <a:rPr lang="en-IN" sz="2800" b="1" dirty="0"/>
              <a:t>Features Included:</a:t>
            </a:r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KPI Cards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Time-Series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Territory-wise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Product-wise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Interactive Filters (Date, Territory, Product)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User-Friendly Dashboard Layout</a:t>
            </a:r>
          </a:p>
        </p:txBody>
      </p:sp>
    </p:spTree>
    <p:extLst>
      <p:ext uri="{BB962C8B-B14F-4D97-AF65-F5344CB8AC3E}">
        <p14:creationId xmlns:p14="http://schemas.microsoft.com/office/powerpoint/2010/main" val="3716193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6BBEF4-3FD7-693C-38D4-1F4342A5150E}"/>
              </a:ext>
            </a:extLst>
          </p:cNvPr>
          <p:cNvSpPr txBox="1"/>
          <p:nvPr/>
        </p:nvSpPr>
        <p:spPr>
          <a:xfrm>
            <a:off x="462116" y="174038"/>
            <a:ext cx="871137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Slide 5: Insights and Conclusion</a:t>
            </a:r>
          </a:p>
          <a:p>
            <a:pPr>
              <a:buNone/>
            </a:pPr>
            <a:endParaRPr lang="en-IN" sz="3200" b="1" dirty="0"/>
          </a:p>
          <a:p>
            <a:pPr>
              <a:buNone/>
            </a:pPr>
            <a:r>
              <a:rPr lang="en-IN" sz="3200" b="1" dirty="0"/>
              <a:t>Insights &amp; Conclusion</a:t>
            </a:r>
          </a:p>
          <a:p>
            <a:pPr>
              <a:buNone/>
            </a:pPr>
            <a:r>
              <a:rPr lang="en-IN" sz="3200" b="1" dirty="0"/>
              <a:t>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More than 11,000 orders were recorded.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Over 45,000 products were sold.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Customer activity was observed across multiple territories.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200" dirty="0"/>
              <a:t>Product demand varied among different products.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4D108-4A91-688A-7727-29D12BF0C0D2}"/>
              </a:ext>
            </a:extLst>
          </p:cNvPr>
          <p:cNvSpPr txBox="1"/>
          <p:nvPr/>
        </p:nvSpPr>
        <p:spPr>
          <a:xfrm>
            <a:off x="619432" y="4855891"/>
            <a:ext cx="90456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Conclusion:</a:t>
            </a:r>
          </a:p>
          <a:p>
            <a:pPr>
              <a:buNone/>
            </a:pPr>
            <a:r>
              <a:rPr lang="en-IN" sz="2400" dirty="0"/>
              <a:t>The Power BI dashboard provides an interactive and visual representation of sales data. It helps business stakeholders </a:t>
            </a:r>
            <a:r>
              <a:rPr lang="en-IN" sz="2400" dirty="0" err="1"/>
              <a:t>analyze</a:t>
            </a:r>
            <a:r>
              <a:rPr lang="en-IN" sz="2400" dirty="0"/>
              <a:t> trends, monitor performance, and make informed decisions.</a:t>
            </a:r>
          </a:p>
        </p:txBody>
      </p:sp>
    </p:spTree>
    <p:extLst>
      <p:ext uri="{BB962C8B-B14F-4D97-AF65-F5344CB8AC3E}">
        <p14:creationId xmlns:p14="http://schemas.microsoft.com/office/powerpoint/2010/main" val="1570871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231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Ameena tahseen</dc:creator>
  <cp:lastModifiedBy>Ameena tahseen</cp:lastModifiedBy>
  <cp:revision>1</cp:revision>
  <dcterms:created xsi:type="dcterms:W3CDTF">2026-06-04T07:56:16Z</dcterms:created>
  <dcterms:modified xsi:type="dcterms:W3CDTF">2026-06-04T07:56:16Z</dcterms:modified>
</cp:coreProperties>
</file>